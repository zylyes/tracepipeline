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49602B-4F7A-42DC-8992-DA9931569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6C8BAF-9C20-40A4-A784-1A57E45A7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DD3270-81A8-4B81-B0B5-2039BF0F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942F96-FE66-414B-B74D-A1B87AC6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6C54AD-CCDF-4F99-AF59-563E95AE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874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C4750-AF32-4273-B04F-9298D5A1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21BBA-D5D4-4F20-9E20-72970A966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CB3BCE-8144-4F1A-AAFC-F64A45489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910424-40A1-4C6E-8A30-41A36AD2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FF7E13-798E-4E27-A8A9-484808C9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14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45FC6-537C-4804-8433-4D5CDC15A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D12E02-D4A0-487D-B26D-17F2B354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26E1D-48EC-4BB9-9F1A-3AF73708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CE4F28-BC0B-4FFC-9825-89C857305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15D438-CC19-4A8D-B6D6-828B9DF1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61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CAE13-06A9-4B5F-94DF-CD76056D4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CB08D6-53E5-4B10-BB50-DDFFC9CAB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1C8D89-DD15-4069-B300-F944AF56A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129D5B-D186-449B-93E0-6F9703C1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2B3864-A4DB-4F5B-A06A-34184FF12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5C16EC-E43D-4395-BAA3-4D03096E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14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5B10D-A61C-449B-8D06-0CC2AEAB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EE7388-A89D-4A77-9CE2-D5ADD87BE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C1936C-534E-43AE-972D-44B076F32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92DA8D-FC54-4F09-96C4-6CAC5C050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E2012A-CFA2-41EF-A907-3DCDC0B17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1E825B-4D9A-4012-A83C-817C185A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8D7B777-C648-484A-B255-AB9F0F9D8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6F93C8-070D-4152-80BE-A88BEF09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821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C68DF-E271-458D-861D-B4B0825F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C19F81-B3BC-4B31-A995-6CAF2F4A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978C62-FAD2-41D1-9DBE-DD886C2A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E592A3-0655-4E59-B7EA-5D8A6DDA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413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EB65BF-DE4D-445D-AB31-8862FCDB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1EFA0D-28E6-4C7C-BF48-F93BBB54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D79851-255B-4CA1-AE8D-05ADE4E7D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64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BD6CC-9401-4569-BA2C-4B858FD37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CDC98D-9DF2-45E0-88F7-C9CF802EF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FFA816-6D87-4FBB-8906-87C20657D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51B657-32BE-4A06-86B4-8C5866E79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E2A4C2-124F-40EC-81DD-9DB90DB4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1FD175-4809-4054-AAB5-896D0FA0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384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C31A5-A898-415D-900B-75446B87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B8B2A6-AF83-46DC-8EB4-DA051D0D2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D81A0C-5A45-4CE8-8067-D89771FF1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E3A106-DEFE-4AB5-85AE-45F3AA262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9839A4-A23C-499E-8A0F-3FAA8655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319D79-ABAF-4B64-B56E-45780AE2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34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DE4EB-0FD1-477D-BC5A-46F338932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48AFF9-587A-4C8F-BE50-4EF869506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4DCFB-8E9B-4A92-AF47-1E5490A9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46AE76-D11F-49DD-B178-51E54A55A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A7A40A-210D-4445-8959-C9A80BDAB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79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0DA2F3-BDCD-4165-A7B5-475ECC4ACE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61871A-16A2-40D5-9E19-BC39FF6B0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D1263F-24AA-4E92-B079-118DD078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BF5F2-6250-4E39-821B-DCE96EC1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0A8882-8E0B-4D67-B864-C59E3468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68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FF2CEC-7EDA-40AA-B43D-1B4970C07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389C35-F21B-48D7-90CB-A95255E4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F0E8B9-1B72-4E75-A8CA-B4859C872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4065E-5D9B-4C5B-BF26-E8D71DC0D747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439226-ACEB-419C-AE0F-D15599C2D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7B72B9-82B7-403B-B281-B06B1B9A1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D4F24-5D7E-48F9-9A9F-AB6CACF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62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7C584B5-9E0C-4801-A92A-68BB282E8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4FD23AD-22AB-4F23-8695-6EF7090A8FD2}"/>
              </a:ext>
            </a:extLst>
          </p:cNvPr>
          <p:cNvCxnSpPr>
            <a:cxnSpLocks/>
          </p:cNvCxnSpPr>
          <p:nvPr/>
        </p:nvCxnSpPr>
        <p:spPr>
          <a:xfrm flipH="1" flipV="1">
            <a:off x="2038351" y="2724150"/>
            <a:ext cx="4657724" cy="292417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BDE5E70-F72B-4D3C-B365-818EAC91D480}"/>
              </a:ext>
            </a:extLst>
          </p:cNvPr>
          <p:cNvSpPr txBox="1"/>
          <p:nvPr/>
        </p:nvSpPr>
        <p:spPr>
          <a:xfrm>
            <a:off x="2247900" y="5274141"/>
            <a:ext cx="2954655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rgbClr val="FF0000"/>
                </a:solidFill>
              </a:rPr>
              <a:t>测线大致方位</a:t>
            </a:r>
          </a:p>
        </p:txBody>
      </p:sp>
    </p:spTree>
    <p:extLst>
      <p:ext uri="{BB962C8B-B14F-4D97-AF65-F5344CB8AC3E}">
        <p14:creationId xmlns:p14="http://schemas.microsoft.com/office/powerpoint/2010/main" val="3963592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7F1C3C9-0C35-4167-B494-72E2942E4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336" y="523876"/>
            <a:ext cx="7151219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4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F8DE926-B331-436C-AB49-4533D7079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850" y="1495425"/>
            <a:ext cx="8972087" cy="411876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4133068-99B4-47A6-AEE5-ED33E4052161}"/>
              </a:ext>
            </a:extLst>
          </p:cNvPr>
          <p:cNvSpPr txBox="1"/>
          <p:nvPr/>
        </p:nvSpPr>
        <p:spPr>
          <a:xfrm>
            <a:off x="4686300" y="981075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L</a:t>
            </a:r>
            <a:r>
              <a:rPr lang="en-US" altLang="zh-CN" baseline="-25000"/>
              <a:t>0</a:t>
            </a:r>
            <a:r>
              <a:rPr lang="en-US" altLang="zh-CN"/>
              <a:t>—L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3DE41A-20D6-41F9-B1FD-8F40E369D7B9}"/>
              </a:ext>
            </a:extLst>
          </p:cNvPr>
          <p:cNvSpPr txBox="1"/>
          <p:nvPr/>
        </p:nvSpPr>
        <p:spPr>
          <a:xfrm>
            <a:off x="9401175" y="981075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L</a:t>
            </a:r>
            <a:r>
              <a:rPr lang="en-US" altLang="zh-CN" baseline="-25000"/>
              <a:t>2</a:t>
            </a:r>
            <a:r>
              <a:rPr lang="en-US" altLang="zh-CN"/>
              <a:t>—L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9978B1-59B7-4284-938F-5C3F8C69353B}"/>
              </a:ext>
            </a:extLst>
          </p:cNvPr>
          <p:cNvSpPr txBox="1"/>
          <p:nvPr/>
        </p:nvSpPr>
        <p:spPr>
          <a:xfrm>
            <a:off x="3473270" y="385346"/>
            <a:ext cx="6721712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/>
              <a:t>每条节理，都有</a:t>
            </a:r>
            <a:r>
              <a:rPr lang="en-US" altLang="zh-CN" sz="2800" b="1"/>
              <a:t>L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和</a:t>
            </a:r>
            <a:r>
              <a:rPr lang="en-US" altLang="zh-CN" sz="2800" b="1"/>
              <a:t>L</a:t>
            </a:r>
            <a:r>
              <a:rPr lang="en-US" altLang="zh-CN" sz="2800" b="1" baseline="-25000"/>
              <a:t>3</a:t>
            </a:r>
            <a:r>
              <a:rPr lang="zh-CN" altLang="en-US" sz="2800" b="1" baseline="-25000"/>
              <a:t>，</a:t>
            </a:r>
            <a:r>
              <a:rPr lang="zh-CN" altLang="en-US" sz="2800" b="1"/>
              <a:t>但是未必有</a:t>
            </a:r>
            <a:r>
              <a:rPr lang="en-US" altLang="zh-CN" sz="2800" b="1"/>
              <a:t>L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和</a:t>
            </a:r>
            <a:r>
              <a:rPr lang="en-US" altLang="zh-CN" sz="2800" b="1"/>
              <a:t>L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608091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25</Words>
  <Application>Microsoft Office PowerPoint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 H</dc:creator>
  <cp:lastModifiedBy>L H</cp:lastModifiedBy>
  <cp:revision>3</cp:revision>
  <dcterms:created xsi:type="dcterms:W3CDTF">2025-12-24T03:01:30Z</dcterms:created>
  <dcterms:modified xsi:type="dcterms:W3CDTF">2025-12-24T03:25:51Z</dcterms:modified>
</cp:coreProperties>
</file>